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EDIT THIS DECK: replace the bracketed placeholders on slides 1, 2 and 9 ([Restaurant Name], [City], [Owner], [4.3], [58], [3 months ago]). To show their own logo on the cards, open the Pitch prep page on the website (/pitch), upload their logo, click "Save preview as image", and paste that image over the card pictures on slides 1, 5 and 9.
TALK TRACK: "Most of your guests never write a review. Not because they wouldn't, but because nobody asks at the right moment. This is the card that asks."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three numbers from their Google listing before the visit. Say the most recent review date out loud; it is usually the moment they lean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one praise line back to them in their own guests' words. Then the complaint, gently: 'this came up three times in the last two months; the report would have flagged it in week one.'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promise revenue. The Google sentence is a direct quote from Google's help page on local ranking. The map is an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ask about older iPhones: iPhone 7, 8 and X need the NFC reader in Control Center; the QR code on the back covers everyone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show their logo: open /pitch on the website, upload the logo, Save preview as image, and paste that image over these card pictures. Hand them a printed sample card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the printed one-page sample here. Point at the staff section and the priority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'does Google penalize asking for reviews?' Asking is allowed. Gating, incentives, pressure on the premises, staff quotas and asking guests to name staff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the offer line for this restaurant. Do the math with their own numbers: $50 a month against what one extra table a week is worth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them the demo card and let them tap it with their own phone. 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BLUE DOOR BISTRO · RIVERSIDE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your guests </a:t>
            </a:r>
            <a:pPr indent="0" marL="0">
              <a:buNone/>
            </a:pPr>
            <a:r>
              <a:rPr lang="en-US" sz="4600" i="1" dirty="0">
                <a:solidFill>
                  <a:srgbClr val="E6B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meant</a:t>
            </a:r>
            <a:pPr indent="0" marL="0">
              <a:buNone/>
            </a:pPr>
            <a:r>
              <a:rPr lang="en-US" sz="46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leave.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your servers drop with the check. A monthly report on what guests are saying. Nothing for you to run.</a:t>
            </a:r>
            <a:endParaRPr lang="en-US" sz="1800" dirty="0"/>
          </a:p>
        </p:txBody>
      </p:sp>
      <p:pic>
        <p:nvPicPr>
          <p:cNvPr id="5" name="Image 0" descr="/Users/zaycameron/resturant idea /cards/exports/pitch-blue-door-bistro/classic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40000">
            <a:off x="6675120" y="1463040"/>
            <a:ext cx="4937760" cy="3233262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Door Bistro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DOOR BISTRO ON GOOGLE TODAY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4290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8745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343400" y="1188720"/>
            <a:ext cx="34290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6344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8745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8046720" y="1188720"/>
            <a:ext cx="34290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6676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review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18745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months ago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11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last Google review was two months ago, and 47% of diners skip a place with under 20 recent reviews. You have the food; the map just does not know it yet.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29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delighted and the furious leave reviews on their own. Everyone else walks out with your best feedback.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Door Bistro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GUESTS ALREADY SAY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read your last reviews before we came in.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praise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attentive servers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Brunch, especially the shrimp and grits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patio in summer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194560"/>
            <a:ext cx="342900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2468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up more than once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9260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wait times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too loud after 8 pm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42900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66760" y="2468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people name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9260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Shrimp and grits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rib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tart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burger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 read of public Google reviews. The monthly report does this for every review, every month, with counts and fixes.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Door Bistro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reviews. Higher on the map. More walk-ins.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says it plainly: “More reviews and positive ratings can help your business’s local ranking.” Fresh, steady reviews are how you earn one of the three spots people actually tap.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8288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consumers read reviews for local businesses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3931920"/>
            <a:ext cx="18288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3464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reviews from the last three 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931920"/>
            <a:ext cx="18288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businesses with fewer than 20 reviews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69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Help; BrightLocal Local Consumer Review Survey 2026.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1371600"/>
            <a:ext cx="4526280" cy="39319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1645920"/>
            <a:ext cx="3977640" cy="411480"/>
          </a:xfrm>
          <a:prstGeom prst="roundRect">
            <a:avLst>
              <a:gd name="adj" fmla="val 48889"/>
            </a:avLst>
          </a:prstGeom>
          <a:solidFill>
            <a:srgbClr val="F7F4EE"/>
          </a:solidFill>
          <a:ln w="9525">
            <a:solidFill>
              <a:srgbClr val="E2D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1645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bistro riverside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2395728"/>
            <a:ext cx="411480" cy="411480"/>
          </a:xfrm>
          <a:prstGeom prst="ellipse">
            <a:avLst/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2286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Grill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26151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 ★★★★★  (412)  ·  9 reviews last month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3108960"/>
            <a:ext cx="411480" cy="411480"/>
          </a:xfrm>
          <a:prstGeom prst="ellipse">
            <a:avLst/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2999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Corner Table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33284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★★★★☆  (188)  ·  Last review 3 weeks ago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60920" y="3822192"/>
            <a:ext cx="411480" cy="411480"/>
          </a:xfrm>
          <a:prstGeom prst="ellipse">
            <a:avLst/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37124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Kitchen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4041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★★★★☆  (121)  ·  Last review 5 weeks ago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4334256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E2ECE5"/>
          </a:solidFill>
          <a:ln w="12700">
            <a:solidFill>
              <a:srgbClr val="E2EC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4535424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09560" y="44256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Door Bistro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436608" y="4471416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36608" y="44714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4754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★★★★☆  (63)  ·  Last review 2 months ago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48920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counts from Google, checked before this visit. Map position also depends on relevance and distance.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Door Bistro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steps. One new habit.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346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drops the card with the check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lives in the check presenter. One optional line, then walk away.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4290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346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taps, the review screen opens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977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or Android, no app. A link pops up, they tap it, your Google review form opens. About a minute.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4290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8346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the report every month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977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review read and summarized: what guests love, what to fix, who got named, drafted replies.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Door Bistro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Looks like it belongs on your table.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86868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Credit-card size, printed both sides, NFC inside and a QR code on the back. Pick one, or send us your own idea.</a:t>
            </a:r>
            <a:endParaRPr lang="en-US" sz="1200" dirty="0"/>
          </a:p>
        </p:txBody>
      </p:sp>
      <p:pic>
        <p:nvPicPr>
          <p:cNvPr id="5" name="Image 0" descr="/Users/zaycameron/resturant idea /cards/exports/pitch-blue-door-bistro/classic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4008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100" dirty="0"/>
          </a:p>
        </p:txBody>
      </p:sp>
      <p:pic>
        <p:nvPicPr>
          <p:cNvPr id="7" name="Image 1" descr="/Users/zaycameron/resturant idea /cards/exports/pitch-blue-door-bistro/noir-fro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42900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</a:t>
            </a:r>
            <a:endParaRPr lang="en-US" sz="1100" dirty="0"/>
          </a:p>
        </p:txBody>
      </p:sp>
      <p:pic>
        <p:nvPicPr>
          <p:cNvPr id="9" name="Image 2" descr="/Users/zaycameron/resturant idea /cards/exports/pitch-blue-door-bistro/brand-fro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621792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color</a:t>
            </a:r>
            <a:endParaRPr lang="en-US" sz="1100" dirty="0"/>
          </a:p>
        </p:txBody>
      </p:sp>
      <p:pic>
        <p:nvPicPr>
          <p:cNvPr id="11" name="Image 3" descr="/Users/zaycameron/resturant idea /cards/exports/pitch-blue-door-bistro/logo-fro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12" name="Text 6"/>
          <p:cNvSpPr txBox="1"/>
          <p:nvPr/>
        </p:nvSpPr>
        <p:spPr>
          <a:xfrm>
            <a:off x="900684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forward</a:t>
            </a:r>
            <a:endParaRPr lang="en-US" sz="1100" dirty="0"/>
          </a:p>
        </p:txBody>
      </p:sp>
      <p:pic>
        <p:nvPicPr>
          <p:cNvPr id="13" name="Image 4" descr="/Users/zaycameron/resturant idea /cards/exports/pitch-blue-door-bistro/classic-b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60520"/>
            <a:ext cx="3291840" cy="2155508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14" name="Text 7"/>
          <p:cNvSpPr txBox="1"/>
          <p:nvPr/>
        </p:nvSpPr>
        <p:spPr>
          <a:xfrm>
            <a:off x="4297680" y="42976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 explains the tap for iPhone and Android and carries a QR code for anyone without NFC. Every card points to a short link we manage, so if your Google listing ever changes, the cards keep working.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Door Bistro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guests are actually saying.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guests love, ranked by how often it comes 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grouped by cause, each with a fix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and dishes mentioned by name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 and drafted replies to negative reviews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free replacement cards every month</a:t>
            </a:r>
            <a:endParaRPr lang="en-US" sz="1500" dirty="0"/>
          </a:p>
        </p:txBody>
      </p:sp>
      <p:pic>
        <p:nvPicPr>
          <p:cNvPr id="5" name="Image 0" descr="/Users/zaycameron/resturant idea /cards/exports/print/sample-report-onep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502920"/>
            <a:ext cx="5166360" cy="6685878"/>
          </a:xfrm>
          <a:prstGeom prst="rect">
            <a:avLst/>
          </a:prstGeom>
          <a:effectLst>
            <a:outerShdw sx="100000" sy="100000" kx="0" ky="0" algn="bl" rotWithShape="0" blurRad="203200" dist="76200" dir="5400000">
              <a:srgbClr val="000000">
                <a:alpha val="50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Door Bistro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BY GOOGLE’S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guest, the same card, the same ask.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removes reviews, and sometimes whole listings, when businesses cut corners. We built this to keep Blue Door Bistro safe.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3108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56616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every table, the same way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every guest to the public Google page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ask optional, on the guest’s own phone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only what guests wrote themselves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834640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3108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56616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unhappy guests away from Google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or freebies for a review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review quotas for staff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guests to name a server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Door Bistro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enough to explain to your accountant.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377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697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card, one time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94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 or one of four designs. Printed both sides. Yours to keep.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4924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1F4D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377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697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94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read and summarized. 10 free replacement cards every month.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908792" cy="777240"/>
          </a:xfrm>
          <a:prstGeom prst="roundRect">
            <a:avLst>
              <a:gd name="adj" fmla="val 17647"/>
            </a:avLst>
          </a:prstGeom>
          <a:solidFill>
            <a:srgbClr val="E2ECE5"/>
          </a:solidFill>
          <a:ln w="12700">
            <a:solidFill>
              <a:srgbClr val="E2EC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89204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10 cards and the monthly report: $200 today, then $50 a month. Cancel anytime.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Door Bistro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 this card with your phone, Dana.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9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guest experience. If it feels right, we can have cards with your logo on your tables in about three weeks.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 · Tablenote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hello@tablenote.co</a:t>
            </a:r>
            <a:endParaRPr lang="en-US" sz="1500" dirty="0"/>
          </a:p>
        </p:txBody>
      </p:sp>
      <p:pic>
        <p:nvPicPr>
          <p:cNvPr id="6" name="Image 0" descr="/Users/zaycameron/resturant idea /cards/exports/pitch-blue-door-bistro/classic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80000">
            <a:off x="6675120" y="1463040"/>
            <a:ext cx="4937760" cy="3233262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Blue Door Bistro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Tablenote pitch: Blue Door Bistro</dc:title>
  <dc:subject>PptxGenJS Presentation</dc:subject>
  <dc:creator>Tablenote</dc:creator>
  <cp:lastModifiedBy>Tablenote</cp:lastModifiedBy>
  <cp:revision>1</cp:revision>
  <dcterms:created xsi:type="dcterms:W3CDTF">2026-09-05T17:34:33Z</dcterms:created>
  <dcterms:modified xsi:type="dcterms:W3CDTF">2026-09-05T17:34:33Z</dcterms:modified>
</cp:coreProperties>
</file>