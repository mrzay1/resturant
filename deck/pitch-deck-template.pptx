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EDIT THIS DECK: replace the bracketed placeholders on slides 1, 2 and 9 ([Restaurant Name], [City], [Owner], [4.3], [58], [3 months ago]). To show their own logo on the cards, open the Pitch prep page on the website (/pitch), upload their logo, click "Save preview as image", and paste that image over the card pictures on slides 1, 5 and 9.
TALK TRACK: "Most of your guests never write a review. Not because they wouldn't, but because nobody asks at the right moment. This is the card that asks."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the three numbers from their Google listing before the visit. Say the most recent review date out loud; it is usually the moment they lean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promise revenue. The Google sentence is a direct quote from Google's help page on local ranking. The map is an illustration.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ask about older iPhones: iPhone 7, 8 and X need the NFC reader in Control Center; the QR code on the back covers everyone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show their logo: open /pitch on the website, upload the logo, Save preview as image, and paste that image over these card pictures. Hand them a printed sample card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over the printed one-page sample here. Point at the staff section and the priority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'does Google penalize asking for reviews?' Asking is allowed. Gating, incentives, pressure on the premises, staff quotas and asking guests to name staff are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 the offer line for this restaurant. Do the math with their own numbers: $50 a month against what one extra table a week is worth to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them the demo card and let them tap it with their own phone. Then stop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B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[RESTAURANT NAME] · [CITY]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9164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F7F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review your guests </a:t>
            </a:r>
            <a:pPr indent="0" marL="0">
              <a:buNone/>
            </a:pPr>
            <a:r>
              <a:rPr lang="en-US" sz="4600" i="1" dirty="0">
                <a:solidFill>
                  <a:srgbClr val="E6B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meant</a:t>
            </a:r>
            <a:pPr indent="0" marL="0">
              <a:buNone/>
            </a:pPr>
            <a:r>
              <a:rPr lang="en-US" sz="4600" dirty="0">
                <a:solidFill>
                  <a:srgbClr val="F7F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to leave.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9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card your servers drop with the check. A monthly report on what guests are saying. Nothing for you to run.</a:t>
            </a:r>
            <a:endParaRPr lang="en-US" sz="1800" dirty="0"/>
          </a:p>
        </p:txBody>
      </p:sp>
      <p:pic>
        <p:nvPicPr>
          <p:cNvPr id="5" name="Image 0" descr="/Users/zaycameron/resturant idea /cards/exports/your-restaurant/classic-fr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240000">
            <a:off x="6675120" y="1463040"/>
            <a:ext cx="4937760" cy="3233262"/>
          </a:xfrm>
          <a:prstGeom prst="rect">
            <a:avLst/>
          </a:prstGeom>
          <a:effectLst>
            <a:outerShdw sx="100000" sy="100000" kx="0" ky="0" algn="bl" rotWithShape="0" blurRad="228600" dist="101600" dir="5400000">
              <a:srgbClr val="000000">
                <a:alpha val="45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Tablenote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97687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[Restaurant Name]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[RESTAURANT NAME] ON GOOGLE TODAY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42900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60120" y="14630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8745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[4.3]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343400" y="1188720"/>
            <a:ext cx="342900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663440" y="14630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8745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[58]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8046720" y="1188720"/>
            <a:ext cx="342900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366760" y="14630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 review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18745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[3 months ago]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6118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the delighted and the furious leave reviews on their own. Everyone else walks out with your best feedback.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0292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your regulars have never written a word about you. Not because they would not, but because nobody asked at the right moment.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Tablenote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7687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[Restaurant Name]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reviews. Higher on the map. More walk-ins.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says it plainly: “More reviews and positive ratings can help your business’s local ranking.” Fresh, steady reviews are how you earn one of the three spots people actually tap.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18288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4114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754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consumers read reviews for local businesses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3931920"/>
            <a:ext cx="18288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834640" y="4114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4754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reviews from the last three months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3931920"/>
            <a:ext cx="1828800" cy="1600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846320" y="4114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4754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businesses with fewer than 20 reviews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6692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Profile Help; BrightLocal Local Consumer Review Survey 2026.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040880" y="1371600"/>
            <a:ext cx="4526280" cy="393192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0" y="1645920"/>
            <a:ext cx="3977640" cy="411480"/>
          </a:xfrm>
          <a:prstGeom prst="roundRect">
            <a:avLst>
              <a:gd name="adj" fmla="val 48889"/>
            </a:avLst>
          </a:prstGeom>
          <a:solidFill>
            <a:srgbClr val="F7F4EE"/>
          </a:solidFill>
          <a:ln w="9525">
            <a:solidFill>
              <a:srgbClr val="E2DCC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43800" y="16459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dinner near me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60920" y="2395728"/>
            <a:ext cx="411480" cy="411480"/>
          </a:xfrm>
          <a:prstGeom prst="ellipse">
            <a:avLst/>
          </a:prstGeom>
          <a:solidFill>
            <a:srgbClr val="EFE9DF"/>
          </a:solidFill>
          <a:ln w="12700">
            <a:solidFill>
              <a:srgbClr val="EFE9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09560" y="22860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Trattoria on Fifth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26151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★★★★☆  (58)  ·  Last review 3 months ago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23760" y="3063240"/>
            <a:ext cx="4160520" cy="822960"/>
          </a:xfrm>
          <a:prstGeom prst="roundRect">
            <a:avLst>
              <a:gd name="adj" fmla="val 13333"/>
            </a:avLst>
          </a:prstGeom>
          <a:solidFill>
            <a:srgbClr val="E2ECE5"/>
          </a:solidFill>
          <a:ln w="12700">
            <a:solidFill>
              <a:srgbClr val="E2EC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60920" y="3264408"/>
            <a:ext cx="411480" cy="41148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09560" y="31546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[Restaurant Name]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523476" y="3200400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23476" y="320040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7909560" y="34838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 ★★★★★  (612)  ·  87 reviews last month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60920" y="4133088"/>
            <a:ext cx="411480" cy="411480"/>
          </a:xfrm>
          <a:prstGeom prst="ellipse">
            <a:avLst/>
          </a:prstGeom>
          <a:solidFill>
            <a:srgbClr val="EFE9DF"/>
          </a:solidFill>
          <a:ln w="12700">
            <a:solidFill>
              <a:srgbClr val="EFE9D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09560" y="40233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Nonna's Kitchen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909560" y="435254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 ★★★★☆  (131)  ·  Last review 5 weeks ago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0" y="48920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Illustration. Positions on the map depend on relevance, distance and prominence.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Tablenote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97687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[Restaurant Name]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steps. One new habit.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42900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468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4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8346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drops the card with the check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97764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lives in the check presenter. One optional line, then walk away.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2194560"/>
            <a:ext cx="342900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63440" y="2468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4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8346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Guest taps, the review screen opens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97764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or Android, no app. A link pops up, they tap it, your Google review form opens. About a minute.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2194560"/>
            <a:ext cx="342900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66760" y="2468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4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8346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get the report every month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97764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review read and summarized: what guests love, what to fix, who got named, drafted replies.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Tablenote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97687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[Restaurant Name]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Looks like it belongs on your table.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863840" y="86868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Credit-card size, printed both sides, NFC inside and a QR code on the back. Pick one, or send us your own idea.</a:t>
            </a:r>
            <a:endParaRPr lang="en-US" sz="1200" dirty="0"/>
          </a:p>
        </p:txBody>
      </p:sp>
      <p:pic>
        <p:nvPicPr>
          <p:cNvPr id="5" name="Image 0" descr="/Users/zaycameron/resturant idea /cards/exports/your-restaurant/classic-fr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2606040" cy="1706444"/>
          </a:xfrm>
          <a:prstGeom prst="rect">
            <a:avLst/>
          </a:prstGeom>
          <a:effectLst>
            <a:outerShdw sx="100000" sy="100000" kx="0" ky="0" algn="bl" rotWithShape="0" blurRad="127000" dist="50800" dir="5400000">
              <a:srgbClr val="000000">
                <a:alpha val="20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640080" y="37181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</a:t>
            </a:r>
            <a:endParaRPr lang="en-US" sz="1100" dirty="0"/>
          </a:p>
        </p:txBody>
      </p:sp>
      <p:pic>
        <p:nvPicPr>
          <p:cNvPr id="7" name="Image 1" descr="/Users/zaycameron/resturant idea /cards/exports/your-restaurant/noir-fro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920240"/>
            <a:ext cx="2606040" cy="1706444"/>
          </a:xfrm>
          <a:prstGeom prst="rect">
            <a:avLst/>
          </a:prstGeom>
          <a:effectLst>
            <a:outerShdw sx="100000" sy="100000" kx="0" ky="0" algn="bl" rotWithShape="0" blurRad="127000" dist="50800" dir="5400000">
              <a:srgbClr val="000000">
                <a:alpha val="20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3429000" y="37181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Noir</a:t>
            </a:r>
            <a:endParaRPr lang="en-US" sz="1100" dirty="0"/>
          </a:p>
        </p:txBody>
      </p:sp>
      <p:pic>
        <p:nvPicPr>
          <p:cNvPr id="9" name="Image 2" descr="/Users/zaycameron/resturant idea /cards/exports/your-restaurant/brand-fro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0240"/>
            <a:ext cx="2606040" cy="1706444"/>
          </a:xfrm>
          <a:prstGeom prst="rect">
            <a:avLst/>
          </a:prstGeom>
          <a:effectLst>
            <a:outerShdw sx="100000" sy="100000" kx="0" ky="0" algn="bl" rotWithShape="0" blurRad="127000" dist="50800" dir="5400000">
              <a:srgbClr val="000000">
                <a:alpha val="20000"/>
              </a:srgbClr>
            </a:outerShdw>
          </a:effectLst>
        </p:spPr>
      </p:pic>
      <p:sp>
        <p:nvSpPr>
          <p:cNvPr id="10" name="Text 5"/>
          <p:cNvSpPr txBox="1"/>
          <p:nvPr/>
        </p:nvSpPr>
        <p:spPr>
          <a:xfrm>
            <a:off x="6217920" y="37181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color</a:t>
            </a:r>
            <a:endParaRPr lang="en-US" sz="1100" dirty="0"/>
          </a:p>
        </p:txBody>
      </p:sp>
      <p:pic>
        <p:nvPicPr>
          <p:cNvPr id="11" name="Image 3" descr="/Users/zaycameron/resturant idea /cards/exports/your-restaurant/logo-fro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1920240"/>
            <a:ext cx="2606040" cy="1706444"/>
          </a:xfrm>
          <a:prstGeom prst="rect">
            <a:avLst/>
          </a:prstGeom>
          <a:effectLst>
            <a:outerShdw sx="100000" sy="100000" kx="0" ky="0" algn="bl" rotWithShape="0" blurRad="127000" dist="50800" dir="5400000">
              <a:srgbClr val="000000">
                <a:alpha val="20000"/>
              </a:srgbClr>
            </a:outerShdw>
          </a:effectLst>
        </p:spPr>
      </p:pic>
      <p:sp>
        <p:nvSpPr>
          <p:cNvPr id="12" name="Text 6"/>
          <p:cNvSpPr txBox="1"/>
          <p:nvPr/>
        </p:nvSpPr>
        <p:spPr>
          <a:xfrm>
            <a:off x="9006840" y="37181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forward</a:t>
            </a:r>
            <a:endParaRPr lang="en-US" sz="1100" dirty="0"/>
          </a:p>
        </p:txBody>
      </p:sp>
      <p:pic>
        <p:nvPicPr>
          <p:cNvPr id="13" name="Image 4" descr="/Users/zaycameron/resturant idea /cards/exports/your-restaurant/classic-ba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60520"/>
            <a:ext cx="3291840" cy="2155508"/>
          </a:xfrm>
          <a:prstGeom prst="rect">
            <a:avLst/>
          </a:prstGeom>
          <a:effectLst>
            <a:outerShdw sx="100000" sy="100000" kx="0" ky="0" algn="bl" rotWithShape="0" blurRad="127000" dist="50800" dir="5400000">
              <a:srgbClr val="000000">
                <a:alpha val="20000"/>
              </a:srgbClr>
            </a:outerShdw>
          </a:effectLst>
        </p:spPr>
      </p:pic>
      <p:sp>
        <p:nvSpPr>
          <p:cNvPr id="14" name="Text 7"/>
          <p:cNvSpPr txBox="1"/>
          <p:nvPr/>
        </p:nvSpPr>
        <p:spPr>
          <a:xfrm>
            <a:off x="4297680" y="429768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 explains the tap for iPhone and Android and carries a QR code for anyone without NFC. Every card points to a short link we manage, so if your Google listing ever changes, the cards keep working.</a:t>
            </a:r>
            <a:endParaRPr lang="en-US" sz="1500" dirty="0"/>
          </a:p>
        </p:txBody>
      </p:sp>
      <p:sp>
        <p:nvSpPr>
          <p:cNvPr id="15" name="Text 8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Tablenote</a:t>
            </a:r>
            <a:endParaRPr lang="en-US" sz="1100" dirty="0"/>
          </a:p>
        </p:txBody>
      </p:sp>
      <p:sp>
        <p:nvSpPr>
          <p:cNvPr id="16" name="Text 9"/>
          <p:cNvSpPr txBox="1"/>
          <p:nvPr/>
        </p:nvSpPr>
        <p:spPr>
          <a:xfrm>
            <a:off x="697687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[Restaurant Name]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B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MONTHLY REPORT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7F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your guests are actually saying.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517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D9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guests love, ranked by how often it comes up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D9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grouped by cause, each with a fix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D9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and dishes mentioned by name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D9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actions and drafted replies to negative reviews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D9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free replacement cards every month</a:t>
            </a:r>
            <a:endParaRPr lang="en-US" sz="1500" dirty="0"/>
          </a:p>
        </p:txBody>
      </p:sp>
      <p:pic>
        <p:nvPicPr>
          <p:cNvPr id="5" name="Image 0" descr="/Users/zaycameron/resturant idea /cards/exports/print/sample-report-onepa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502920"/>
            <a:ext cx="5166360" cy="6685878"/>
          </a:xfrm>
          <a:prstGeom prst="rect">
            <a:avLst/>
          </a:prstGeom>
          <a:effectLst>
            <a:outerShdw sx="100000" sy="100000" kx="0" ky="0" algn="bl" rotWithShape="0" blurRad="203200" dist="76200" dir="5400000">
              <a:srgbClr val="000000">
                <a:alpha val="50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Tablenote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97687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[Restaurant Name]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BY GOOGLE’S RULES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guest, the same card, the same ask.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removes reviews, and sometimes whole listings, when businesses cut corners. We built this to keep [Restaurant Name] safe.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53492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05840" y="31089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566160"/>
            <a:ext cx="4617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every table, the same way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every guest to the public Google page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ask optional, on the guest’s own phone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only what guests wrote themselves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2834640"/>
            <a:ext cx="53492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31089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3566160"/>
            <a:ext cx="4617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5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unhappy guests away from Google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5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discounts or freebies for a review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5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review quotas for staff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5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guests to name a server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Tablenote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97687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[Restaurant Name]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enough to explain to your accountant.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349240" cy="25146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3774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974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26974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card, one time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79476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logo or one of four designs. Printed both sides. Yours to keep.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2103120"/>
            <a:ext cx="5349240" cy="25146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9525">
            <a:solidFill>
              <a:srgbClr val="1F4D3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83680" y="23774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6974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15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0" y="26974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cancel anytime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79476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review read and summarized. 10 free replacement cards every month.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892040"/>
            <a:ext cx="10908792" cy="777240"/>
          </a:xfrm>
          <a:prstGeom prst="roundRect">
            <a:avLst>
              <a:gd name="adj" fmla="val 17647"/>
            </a:avLst>
          </a:prstGeom>
          <a:solidFill>
            <a:srgbClr val="E2ECE5"/>
          </a:solidFill>
          <a:ln w="12700">
            <a:solidFill>
              <a:srgbClr val="E2EC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4892040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10 cards and the monthly report: $200 today, then $50 a month. Cancel anytime.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Tablenote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97687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[Restaurant Name]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B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9164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dirty="0">
                <a:solidFill>
                  <a:srgbClr val="F7F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Tap this card with your phone, [Owner].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9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whole guest experience. If it feels right, we can have cards with your logo on your tables in about three weeks.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0292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Zay · Tablenote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9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hello@tablenote.co</a:t>
            </a:r>
            <a:endParaRPr lang="en-US" sz="1500" dirty="0"/>
          </a:p>
        </p:txBody>
      </p:sp>
      <p:pic>
        <p:nvPicPr>
          <p:cNvPr id="6" name="Image 0" descr="/Users/zaycameron/resturant idea /cards/exports/your-restaurant/classic-fr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80000">
            <a:off x="6675120" y="1463040"/>
            <a:ext cx="4937760" cy="3233262"/>
          </a:xfrm>
          <a:prstGeom prst="rect">
            <a:avLst/>
          </a:prstGeom>
          <a:effectLst>
            <a:outerShdw sx="100000" sy="100000" kx="0" ky="0" algn="bl" rotWithShape="0" blurRad="228600" dist="101600" dir="5400000">
              <a:srgbClr val="000000">
                <a:alpha val="45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Tablenote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97687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[Restaurant Name]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Tablenote pitch: [Restaurant Name]</dc:title>
  <dc:subject>PptxGenJS Presentation</dc:subject>
  <dc:creator>Tablenote</dc:creator>
  <cp:lastModifiedBy>Tablenote</cp:lastModifiedBy>
  <cp:revision>1</cp:revision>
  <dcterms:created xsi:type="dcterms:W3CDTF">2026-09-05T13:19:49Z</dcterms:created>
  <dcterms:modified xsi:type="dcterms:W3CDTF">2026-09-05T13:19:49Z</dcterms:modified>
</cp:coreProperties>
</file>